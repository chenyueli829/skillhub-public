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从龙虾到爱马仕</a:t>
            </a:r>
          </a:p>
          <a:p>
            <a:r>
              <a:t>Subtitle: 我为什么放弃了手动维护 Skill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一匹黑马闯入视野</a:t>
            </a:r>
          </a:p>
          <a:p>
            <a:r>
              <a:t>Key Points:</a:t>
            </a:r>
          </a:p>
          <a:p>
            <a:r>
              <a:t>  • 2026 年 4 月,Hermes Agent 开源</a:t>
            </a:r>
          </a:p>
          <a:p>
            <a:r>
              <a:t>  • 46 天 GitHub Stars 破 10 万,史上第二快</a:t>
            </a:r>
          </a:p>
          <a:p>
            <a:r>
              <a:t>  • 普通人:继续养虾,还是换马养?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Hermes 切中了什么痛点?</a:t>
            </a:r>
          </a:p>
          <a:p>
            <a:r>
              <a:t>Key Points:</a:t>
            </a:r>
          </a:p>
          <a:p>
            <a:r>
              <a:t>  • Skill 写起来麻烦</a:t>
            </a:r>
          </a:p>
          <a:p>
            <a:r>
              <a:t>  • 调试完还得维护</a:t>
            </a:r>
          </a:p>
          <a:p>
            <a:r>
              <a:t>  • 有时候写 Skill 比手动做还慢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试用两周 · 四个 Aha 时刻</a:t>
            </a:r>
          </a:p>
          <a:p>
            <a:r>
              <a:t>Key Points:</a:t>
            </a:r>
          </a:p>
          <a:p>
            <a:r>
              <a:t>  • 1. 预装一批高质量 Skill — 开箱即用</a:t>
            </a:r>
          </a:p>
          <a:p>
            <a:r>
              <a:t>  • 2. 聊着聊着,它自己建了 Skill</a:t>
            </a:r>
          </a:p>
          <a:p>
            <a:r>
              <a:t>  • 3. 我没说"请记住",它自己就记了</a:t>
            </a:r>
          </a:p>
          <a:p>
            <a:r>
              <a:t>  • 4. 说到一半能补充 — 嘴瓢星人的福音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AutoSkill:从"我维护"到"它维护"</a:t>
            </a:r>
          </a:p>
          <a:p>
            <a:r>
              <a:t>Key Points:</a:t>
            </a:r>
          </a:p>
          <a:p>
            <a:r>
              <a:t>  • 第 1 次爬虫 → 普通脚本</a:t>
            </a:r>
          </a:p>
          <a:p>
            <a:r>
              <a:t>  • 第 3 次 → 自动创建 "写爬虫" Skill</a:t>
            </a:r>
          </a:p>
          <a:p>
            <a:r>
              <a:t>  • 第 10 次 → 只说"爬一下 XX",秒懂习惯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默认自动记忆:不用说"请记住"</a:t>
            </a:r>
          </a:p>
          <a:p>
            <a:r>
              <a:t>Key Points:</a:t>
            </a:r>
          </a:p>
          <a:p>
            <a:r>
              <a:t>  • 第 1 次: 随口说「我喜欢简洁风格」</a:t>
            </a:r>
          </a:p>
          <a:p>
            <a:r>
              <a:t>  • 一周后: "帮我写个文档" → 直接简洁输出</a:t>
            </a:r>
          </a:p>
          <a:p>
            <a:r>
              <a:t>  • 一个月后: "周报" → 自动知道格式、内容、发给谁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Harness 架构:AI Agent 的五层缰绳</a:t>
            </a:r>
          </a:p>
          <a:p>
            <a:r>
              <a:t>Key Points:</a:t>
            </a:r>
          </a:p>
          <a:p>
            <a:r>
              <a:t>  • 指令层 · 做什么、怎么做</a:t>
            </a:r>
          </a:p>
          <a:p>
            <a:r>
              <a:t>  • 记忆层 · 记得住</a:t>
            </a:r>
          </a:p>
          <a:p>
            <a:r>
              <a:t>  • 约束层 · 画红线</a:t>
            </a:r>
          </a:p>
          <a:p>
            <a:r>
              <a:t>  • 反馈层 · 会反思</a:t>
            </a:r>
          </a:p>
          <a:p>
            <a:r>
              <a:t>  • 编排层 · 能协作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三大工具对比:同一栋房子的三个角色</a:t>
            </a:r>
          </a:p>
          <a:p>
            <a:r>
              <a:t>Key Points:</a:t>
            </a:r>
          </a:p>
          <a:p>
            <a:r>
              <a:t>  • OpenClaw 🦞 · 约束层 + 编排层更成熟</a:t>
            </a:r>
          </a:p>
          <a:p>
            <a:r>
              <a:t>  • Hermes 🐴 · 指令层 + 记忆层自动化</a:t>
            </a:r>
          </a:p>
          <a:p>
            <a:r>
              <a:t>  • Claude Code 💻 · 实时交互编码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知识 = 记忆 + 技能</a:t>
            </a:r>
          </a:p>
          <a:p>
            <a:r>
              <a:t>Key Points:</a:t>
            </a:r>
          </a:p>
          <a:p>
            <a:r>
              <a:t>  • 记忆: 原始信息 (「我喜欢简洁风格」)</a:t>
            </a:r>
          </a:p>
          <a:p>
            <a:r>
              <a:t>  • Skill: 蒸馏出的可复用知识 (「写文档默认简洁」)</a:t>
            </a:r>
          </a:p>
          <a:p>
            <a:r>
              <a:t>  • Hermes 把蒸馏过程自动化了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冷静看 Hermes · 优 &amp; 缺</a:t>
            </a:r>
          </a:p>
          <a:p>
            <a:r>
              <a:t>Key Points:</a:t>
            </a:r>
          </a:p>
          <a:p>
            <a:r>
              <a:t>  • 优: 自动维护 · 默认记忆 · 成本低 · MIT 开源 · 24/7</a:t>
            </a:r>
          </a:p>
          <a:p>
            <a:r>
              <a:t>  • 缺: Skill 有噪声 · 生态年轻 · Multi-Agent 弱 · 安全追赶中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没有完美工具,只有合适选择</a:t>
            </a:r>
          </a:p>
          <a:p>
            <a:r>
              <a:t>Key Points:</a:t>
            </a:r>
          </a:p>
          <a:p>
            <a:r>
              <a:t>  • 选 Hermes · 个人助理、自动进化、24/7</a:t>
            </a:r>
          </a:p>
          <a:p>
            <a:r>
              <a:t>  • 选 OpenClaw · 团队协作、可审计、稳定</a:t>
            </a:r>
          </a:p>
          <a:p>
            <a:r>
              <a:t>  • 关键 · 多用,别纠结</a:t>
            </a:r>
          </a:p>
          <a:p>
            <a:r>
              <a:t>  • AI 工具迭代很快,短板明天就补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快速入门 · 三步上马</a:t>
            </a:r>
          </a:p>
          <a:p>
            <a:r>
              <a:t>Subtitle: 准备一台设备,5 分钟安装</a:t>
            </a:r>
          </a:p>
          <a:p>
            <a:r>
              <a:t>Key Points:</a:t>
            </a:r>
          </a:p>
          <a:p>
            <a:r>
              <a:t>  • ① 安装: curl -sSL install.sh | bash</a:t>
            </a:r>
          </a:p>
          <a:p>
            <a:r>
              <a:t>  • ② 配置 API Key (Claude / GPT / Gemini / DeepSeek)</a:t>
            </a:r>
          </a:p>
          <a:p>
            <a:r>
              <a:t>  • ③ 开始对话: hermes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