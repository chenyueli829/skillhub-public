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Hermes Agent: 会自我进化的 AI 助手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什么是 Hermes Agent？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幕后团队：Nous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核心创新：自改进学习循环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四层记忆系统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技术能力全景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竞品格局与独特定位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真实使用场景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社区生态与爆发式增长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总结与展望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w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no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self-improv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mem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capabil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competi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usec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outl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7"/>
            <a:ext cx="12191695" cy="6804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