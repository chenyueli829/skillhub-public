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14" r:id="rId2"/>
    <p:sldId id="319" r:id="rId3"/>
    <p:sldId id="300" r:id="rId4"/>
    <p:sldId id="301" r:id="rId5"/>
    <p:sldId id="302" r:id="rId6"/>
    <p:sldId id="303" r:id="rId7"/>
    <p:sldId id="304" r:id="rId8"/>
    <p:sldId id="318" r:id="rId9"/>
    <p:sldId id="307" r:id="rId10"/>
    <p:sldId id="305" r:id="rId11"/>
    <p:sldId id="309" r:id="rId12"/>
    <p:sldId id="306" r:id="rId13"/>
    <p:sldId id="308" r:id="rId14"/>
    <p:sldId id="315" r:id="rId15"/>
    <p:sldId id="311" r:id="rId16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5"/>
    <p:restoredTop sz="94719"/>
  </p:normalViewPr>
  <p:slideViewPr>
    <p:cSldViewPr snapToGrid="0">
      <p:cViewPr varScale="1">
        <p:scale>
          <a:sx n="135" d="100"/>
          <a:sy n="135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79097-F884-8346-82AF-C27A44599986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6B906-FE03-5B4A-9100-868122C157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61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6B906-FE03-5B4A-9100-868122C157A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870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8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8B78-F8D1-3738-A82F-9EBCAB1E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7160D-63D1-6FFC-FAAB-A80B87B55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33405-F8D7-C4B4-6555-783358BDD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F4353-635A-545E-A579-5F914D73B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4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E2C5-2087-0078-6F82-FE7C541F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B6864-60B8-DA4C-9870-03F5BF3C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508D2-551E-0BFF-E3AA-E642B38D2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4B483-153C-3709-2F90-B5499875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74FE-E68B-656F-426E-67BA504A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65D76-0FE7-1452-BC32-CC5582B7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AAFE6-0FDB-60F3-4911-536EC0D7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B4CE-2C7E-72F1-9377-B32DBE13D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18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429108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8B2095-84C9-8C5A-5EDC-00E96DFBF426}"/>
              </a:ext>
            </a:extLst>
          </p:cNvPr>
          <p:cNvSpPr/>
          <p:nvPr/>
        </p:nvSpPr>
        <p:spPr>
          <a:xfrm>
            <a:off x="1183064" y="1923737"/>
            <a:ext cx="54917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1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BRAND</a:t>
            </a:r>
            <a:endParaRPr lang="en-US" sz="9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9BC0ED-9E62-E5F1-3C7F-44E9BF1AC304}"/>
              </a:ext>
            </a:extLst>
          </p:cNvPr>
          <p:cNvSpPr/>
          <p:nvPr/>
        </p:nvSpPr>
        <p:spPr>
          <a:xfrm>
            <a:off x="1183064" y="2538099"/>
            <a:ext cx="5491765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个月，用</a:t>
            </a: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重塑产品工作流程</a:t>
            </a:r>
            <a:endParaRPr lang="en-US" sz="5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FC7C4-803D-E612-2C47-0580D97FF874}"/>
              </a:ext>
            </a:extLst>
          </p:cNvPr>
          <p:cNvSpPr/>
          <p:nvPr/>
        </p:nvSpPr>
        <p:spPr>
          <a:xfrm>
            <a:off x="1183064" y="3328451"/>
            <a:ext cx="514228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从Openclaw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</a:t>
            </a:r>
            <a:r>
              <a:rPr lang="en-US" altLang="zh-CN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，用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重塑工作流程</a:t>
            </a:r>
            <a:endParaRPr lang="en-US" altLang="zh-CN" sz="1425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1425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626E31-C5B1-2B47-785F-AE10E5A32D63}"/>
              </a:ext>
            </a:extLst>
          </p:cNvPr>
          <p:cNvSpPr/>
          <p:nvPr/>
        </p:nvSpPr>
        <p:spPr>
          <a:xfrm>
            <a:off x="1183064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42630D-CF8F-19FD-043C-A2C04DBD0221}"/>
              </a:ext>
            </a:extLst>
          </p:cNvPr>
          <p:cNvSpPr/>
          <p:nvPr/>
        </p:nvSpPr>
        <p:spPr>
          <a:xfrm>
            <a:off x="1325939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三个阶段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AAA2D2-83C5-B98A-9DC3-B3ABF20375AC}"/>
              </a:ext>
            </a:extLst>
          </p:cNvPr>
          <p:cNvSpPr/>
          <p:nvPr/>
        </p:nvSpPr>
        <p:spPr>
          <a:xfrm>
            <a:off x="2601917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AB8400-7BBB-98E2-54BD-D1A477976F43}"/>
              </a:ext>
            </a:extLst>
          </p:cNvPr>
          <p:cNvSpPr/>
          <p:nvPr/>
        </p:nvSpPr>
        <p:spPr>
          <a:xfrm>
            <a:off x="2744792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/ </a:t>
            </a: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知识库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8604E4-3849-6958-7F7D-227720D9E5BA}"/>
              </a:ext>
            </a:extLst>
          </p:cNvPr>
          <p:cNvSpPr/>
          <p:nvPr/>
        </p:nvSpPr>
        <p:spPr>
          <a:xfrm>
            <a:off x="4020770" y="4232285"/>
            <a:ext cx="1570509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2C129-7927-65FD-1B7A-7F5D87A3375F}"/>
              </a:ext>
            </a:extLst>
          </p:cNvPr>
          <p:cNvSpPr/>
          <p:nvPr/>
        </p:nvSpPr>
        <p:spPr>
          <a:xfrm>
            <a:off x="4163645" y="4318010"/>
            <a:ext cx="13609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Playful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841FCA-E4F0-792C-D959-AA242D282B2B}"/>
              </a:ext>
            </a:extLst>
          </p:cNvPr>
          <p:cNvSpPr/>
          <p:nvPr/>
        </p:nvSpPr>
        <p:spPr>
          <a:xfrm>
            <a:off x="7227346" y="1534998"/>
            <a:ext cx="3048000" cy="3048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595DACC-F0F0-9967-B3A9-FBB0D99A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8846" y="210649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9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67DF-0233-C08E-B86C-195AF477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971FE41-CB44-5F20-2292-8BD0C2A8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36" y="1605821"/>
            <a:ext cx="8238462" cy="39480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10D7368-23F0-CD53-33FB-3055D32A98FA}"/>
              </a:ext>
            </a:extLst>
          </p:cNvPr>
          <p:cNvSpPr txBox="1"/>
          <p:nvPr/>
        </p:nvSpPr>
        <p:spPr>
          <a:xfrm>
            <a:off x="457200" y="623880"/>
            <a:ext cx="8010526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01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起源：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26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年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Agent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爆发，开始认真设计个人分身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301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FD3C-F94B-A24A-3B28-3ED05E4D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559D98A4-9B42-B457-98E2-C94B7E486D34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5780A09E-35DB-2CE9-32A3-CB55644837F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1B6EBACE-059B-2494-24E5-0FFD2684826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EF32722A-DCE3-32DF-2D48-47766468ECC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7AFAF52-BB26-9749-6C53-7706BDD6C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154" y="1669820"/>
            <a:ext cx="4693831" cy="40577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9B66141-4EA9-4177-F879-F557EEA57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015" y="1707846"/>
            <a:ext cx="4693831" cy="44626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1F823A-7946-B4B3-49DA-1BB2150AA400}"/>
              </a:ext>
            </a:extLst>
          </p:cNvPr>
          <p:cNvSpPr txBox="1"/>
          <p:nvPr/>
        </p:nvSpPr>
        <p:spPr>
          <a:xfrm>
            <a:off x="457200" y="623880"/>
            <a:ext cx="4829848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1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AI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运营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/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产品体验官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69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7BFB-3D6E-D70E-1151-3E3CB8E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821F61E4-99FD-1AEB-C77F-C2620D273E87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351B0959-C6E9-7805-E575-714A25F755A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97DAEB13-339E-3B00-0352-5D22FF058E1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854B70F1-4C68-EE24-36D1-B2BDC45E5EC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30162A0-4797-F2DC-E504-EC67A3126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381" y="1415950"/>
            <a:ext cx="4564777" cy="49470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49C4D2-E888-C713-D8A6-FB4C71D69DD7}"/>
              </a:ext>
            </a:extLst>
          </p:cNvPr>
          <p:cNvSpPr txBox="1"/>
          <p:nvPr/>
        </p:nvSpPr>
        <p:spPr>
          <a:xfrm>
            <a:off x="457200" y="623880"/>
            <a:ext cx="900567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24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小时不停歇的行业深度研究、你睡觉他工作～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😴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442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3" y="1604197"/>
            <a:ext cx="4079320" cy="458219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245" y="1604197"/>
            <a:ext cx="6158036" cy="46713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406212-234D-DC76-4FF0-5465AC2D2853}"/>
              </a:ext>
            </a:extLst>
          </p:cNvPr>
          <p:cNvSpPr txBox="1"/>
          <p:nvPr/>
        </p:nvSpPr>
        <p:spPr>
          <a:xfrm>
            <a:off x="457200" y="623880"/>
            <a:ext cx="928106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3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快速定制角色，了解项目细节的 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ToB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解决方案架构师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11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9D37-3063-602D-1919-7E0515CD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9C0B4F-954C-10DE-CE84-DF0DC57C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98" y="1298622"/>
            <a:ext cx="7176700" cy="5017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FA7281-114B-1FE8-0DD4-BE5A807B14C5}"/>
              </a:ext>
            </a:extLst>
          </p:cNvPr>
          <p:cNvSpPr txBox="1"/>
          <p:nvPr/>
        </p:nvSpPr>
        <p:spPr>
          <a:xfrm>
            <a:off x="457200" y="623880"/>
            <a:ext cx="8616141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02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沉淀：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3-4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 和</a:t>
            </a:r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评测，挑选最趁手的工具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794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48B4-EE55-19F8-001E-545DC5DB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DA4D9F-AFB5-1733-3169-CB572175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128" y="1204393"/>
            <a:ext cx="8485744" cy="52570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518A54-3245-F897-0A7D-A5414F2CA639}"/>
              </a:ext>
            </a:extLst>
          </p:cNvPr>
          <p:cNvSpPr txBox="1"/>
          <p:nvPr/>
        </p:nvSpPr>
        <p:spPr>
          <a:xfrm>
            <a:off x="457200" y="623880"/>
            <a:ext cx="4943661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评测：挑选最适合的工具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94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ACF7-62E0-F2F7-A0BE-E6BE447D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E7622E-53F6-52DC-C7FF-301CF496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32" y="1578635"/>
            <a:ext cx="6990483" cy="43306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D227C5-0DEC-0FE3-523E-03B8624A6150}"/>
              </a:ext>
            </a:extLst>
          </p:cNvPr>
          <p:cNvSpPr txBox="1"/>
          <p:nvPr/>
        </p:nvSpPr>
        <p:spPr>
          <a:xfrm>
            <a:off x="457200" y="623880"/>
            <a:ext cx="380873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沉淀知识库和好用的工具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F0E21D-3E29-5AF0-7141-E21AF998B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130" y="1496681"/>
            <a:ext cx="2614891" cy="478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12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851AF5-D308-0180-F50B-CC31F2A2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31" y="1234909"/>
            <a:ext cx="9036097" cy="52884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F8BEFD-8D96-B1C4-AB1F-50A9102EAAE7}"/>
              </a:ext>
            </a:extLst>
          </p:cNvPr>
          <p:cNvSpPr txBox="1"/>
          <p:nvPr/>
        </p:nvSpPr>
        <p:spPr>
          <a:xfrm>
            <a:off x="457200" y="623880"/>
            <a:ext cx="1024312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03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进化：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Native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工作模式，我和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共同创作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、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AgentPay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2277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21C849-DFD9-CFB8-0394-40EFCB9D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66" y="1106373"/>
            <a:ext cx="7639023" cy="52260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A81494-0570-17C1-7013-5CB5E6314DA1}"/>
              </a:ext>
            </a:extLst>
          </p:cNvPr>
          <p:cNvSpPr txBox="1"/>
          <p:nvPr/>
        </p:nvSpPr>
        <p:spPr>
          <a:xfrm>
            <a:off x="457200" y="623880"/>
            <a:ext cx="582614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：找灵感、找机会和切入点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51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70B9-7D36-BFF2-21FB-AE4C1698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E97BE5-4521-494E-355F-ED839D49398D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B1E7EE-121E-E37C-1F16-0251023E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503"/>
            <a:ext cx="7583864" cy="48410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D227A2-1251-0582-4CF9-3BAD9A98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106" y="1438502"/>
            <a:ext cx="7625646" cy="48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09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24B50A-F635-A5EE-92B7-04BEB35C6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0" y="1339899"/>
            <a:ext cx="5830601" cy="39033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C52C35-3782-262F-051C-8BE26433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63" y="1339899"/>
            <a:ext cx="5921727" cy="38236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D5C0EA-BE17-8698-D0F1-F95B358E3D40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807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34D097-A138-B7F9-156B-D207D3F45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88" y="1265622"/>
            <a:ext cx="5080661" cy="53470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D8201D-DE95-D22F-E8E1-51D4FA734135}"/>
              </a:ext>
            </a:extLst>
          </p:cNvPr>
          <p:cNvSpPr txBox="1"/>
          <p:nvPr/>
        </p:nvSpPr>
        <p:spPr>
          <a:xfrm>
            <a:off x="457200" y="623880"/>
            <a:ext cx="513364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：灵魂拷问、多维评判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90D404-5A54-6D03-9F40-433A306C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5565"/>
            <a:ext cx="4163540" cy="42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6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612B-4099-3F68-5017-CDAFAB2E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11EFA38-4FBC-CCB8-0B97-24F74754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318" y="2482782"/>
            <a:ext cx="5293402" cy="26890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42FC4D-844F-471D-F883-775264AB97C2}"/>
              </a:ext>
            </a:extLst>
          </p:cNvPr>
          <p:cNvSpPr txBox="1"/>
          <p:nvPr/>
        </p:nvSpPr>
        <p:spPr>
          <a:xfrm>
            <a:off x="457200" y="623880"/>
            <a:ext cx="5539978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总结：从给自己用、延伸到给别人用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AD0D80-15D4-AE4E-43FC-C507A3C0A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3730"/>
            <a:ext cx="5293402" cy="29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5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478D-48BA-9CFE-FC44-AFD17927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825894-C3D7-3686-C210-C98BDF3143FB}"/>
              </a:ext>
            </a:extLst>
          </p:cNvPr>
          <p:cNvSpPr txBox="1"/>
          <p:nvPr/>
        </p:nvSpPr>
        <p:spPr>
          <a:xfrm>
            <a:off x="457200" y="623880"/>
            <a:ext cx="138499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</a:rPr>
              <a:t>谢谢大家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DF101-51D9-6022-2675-9793658C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10" y="1304624"/>
            <a:ext cx="2967414" cy="35511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998759-5ABC-90A0-A427-F001F3644A5C}"/>
              </a:ext>
            </a:extLst>
          </p:cNvPr>
          <p:cNvSpPr txBox="1"/>
          <p:nvPr/>
        </p:nvSpPr>
        <p:spPr>
          <a:xfrm>
            <a:off x="2205696" y="5461039"/>
            <a:ext cx="8171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Builders</a:t>
            </a:r>
            <a:r>
              <a:rPr lang="zh-CN" altLang="en-US" dirty="0">
                <a:solidFill>
                  <a:schemeClr val="bg1"/>
                </a:solidFill>
              </a:rPr>
              <a:t> 动态：每日推送 AI领域 26个从业者、顶尖播客、官博的动态</a:t>
            </a:r>
          </a:p>
        </p:txBody>
      </p:sp>
    </p:spTree>
    <p:extLst>
      <p:ext uri="{BB962C8B-B14F-4D97-AF65-F5344CB8AC3E}">
        <p14:creationId xmlns:p14="http://schemas.microsoft.com/office/powerpoint/2010/main" val="178066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203</Words>
  <Application>Microsoft Macintosh PowerPoint</Application>
  <PresentationFormat>宽屏</PresentationFormat>
  <Paragraphs>26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NotoSansSC</vt:lpstr>
      <vt:lpstr>Arial</vt:lpstr>
      <vt:lpstr>Courier New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T156928</cp:lastModifiedBy>
  <cp:revision>174</cp:revision>
  <dcterms:modified xsi:type="dcterms:W3CDTF">2026-06-23T09:52:31Z</dcterms:modified>
  <dc:language>en-US</dc:language>
</cp:coreProperties>
</file>