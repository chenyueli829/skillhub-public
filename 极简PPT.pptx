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0668000" cy="9525000"/>
  <p:notesSz cx="9525000" cy="1066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79539"/>
            <a:ext cx="549176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6B6B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个人品牌探索 / PERSONAL BRAND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457200" y="3427214"/>
            <a:ext cx="5491765" cy="7474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700" b="1" spc="-17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产品经理与猫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457200" y="4384253"/>
            <a:ext cx="5142289" cy="5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A5A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一个懂产品、懂技术，养着一只猫的 AI 产品经理。这里分享我对产品、AI 和工作方式的思考。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457200" y="5288087"/>
            <a:ext cx="1323603" cy="342900"/>
          </a:xfrm>
          <a:prstGeom prst="roundRect">
            <a:avLst>
              <a:gd name="adj" fmla="val 50000"/>
            </a:avLst>
          </a:prstGeom>
          <a:ln w="9525">
            <a:solidFill>
              <a:srgbClr val="2626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0075" y="5373812"/>
            <a:ext cx="111405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CFCF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极简 / Minimal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76053" y="5288087"/>
            <a:ext cx="1323603" cy="342900"/>
          </a:xfrm>
          <a:prstGeom prst="roundRect">
            <a:avLst>
              <a:gd name="adj" fmla="val 50000"/>
            </a:avLst>
          </a:prstGeom>
          <a:ln w="9525">
            <a:solidFill>
              <a:srgbClr val="262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8928" y="5373812"/>
            <a:ext cx="111405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CFCF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高端 / Refined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4906" y="5288087"/>
            <a:ext cx="1570509" cy="342900"/>
          </a:xfrm>
          <a:prstGeom prst="roundRect">
            <a:avLst>
              <a:gd name="adj" fmla="val 50000"/>
            </a:avLst>
          </a:prstGeom>
          <a:ln w="9525">
            <a:solidFill>
              <a:srgbClr val="2626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37781" y="5373812"/>
            <a:ext cx="13609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CFCF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一点怪诞 / Playful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01482" y="2590800"/>
            <a:ext cx="3048000" cy="3048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72982" y="3162300"/>
            <a:ext cx="1905000" cy="1905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885831" y="5848350"/>
            <a:ext cx="25073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6B6B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点击切换 · 01/06 · 实心剪影 ]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38200"/>
            <a:ext cx="105717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9A9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定位 / POSITIONING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390650"/>
            <a:ext cx="7063740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spc="-60" kern="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</a:t>
            </a:r>
            <a:pPr algn="l" indent="0" marL="0">
              <a:lnSpc>
                <a:spcPct val="130000"/>
              </a:lnSpc>
              <a:buNone/>
            </a:pPr>
            <a:r>
              <a:rPr lang="en-US" sz="3000" spc="-60" kern="0" dirty="0">
                <a:solidFill>
                  <a:srgbClr val="FFFFFF"/>
                </a:solidFill>
                <a:highlight>
                  <a:srgbClr val="0B0B0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懂产品、懂技术 </a:t>
            </a:r>
            <a:pPr algn="l" indent="0" marL="0">
              <a:lnSpc>
                <a:spcPct val="130000"/>
              </a:lnSpc>
              <a:buNone/>
            </a:pPr>
            <a:r>
              <a:rPr lang="en-US" sz="3000" spc="-60" kern="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，还养着一只猫的 AI 产品经理。符号要冷静克制，但有让人想点一下的小心思。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3486150"/>
            <a:ext cx="3000375" cy="19050"/>
          </a:xfrm>
          <a:prstGeom prst="rect">
            <a:avLst/>
          </a:prstGeom>
          <a:solidFill>
            <a:srgbClr val="0B0B0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0"/>
            <a:ext cx="330041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9A9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个性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905250"/>
            <a:ext cx="3090386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3A3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理性、有条理，但不冷冰冰 —— 一只猫的松弛感。</a:t>
            </a:r>
            <a:endParaRPr lang="en-US" sz="1275" dirty="0"/>
          </a:p>
        </p:txBody>
      </p:sp>
      <p:sp>
        <p:nvSpPr>
          <p:cNvPr id="7" name="Shape 5"/>
          <p:cNvSpPr/>
          <p:nvPr/>
        </p:nvSpPr>
        <p:spPr>
          <a:xfrm>
            <a:off x="3762375" y="3486150"/>
            <a:ext cx="3000375" cy="19050"/>
          </a:xfrm>
          <a:prstGeom prst="rect">
            <a:avLst/>
          </a:prstGeom>
          <a:solidFill>
            <a:srgbClr val="0B0B0C"/>
          </a:solidFill>
          <a:ln/>
        </p:spPr>
      </p:sp>
      <p:sp>
        <p:nvSpPr>
          <p:cNvPr id="8" name="Text 6"/>
          <p:cNvSpPr/>
          <p:nvPr/>
        </p:nvSpPr>
        <p:spPr>
          <a:xfrm>
            <a:off x="3762375" y="3657600"/>
            <a:ext cx="330041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9A9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语气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62375" y="3905250"/>
            <a:ext cx="3090386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3A3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少废话、讲重点，偶尔抖个程序员/产品梗。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7067550" y="3486150"/>
            <a:ext cx="3000375" cy="19050"/>
          </a:xfrm>
          <a:prstGeom prst="rect">
            <a:avLst/>
          </a:prstGeom>
          <a:solidFill>
            <a:srgbClr val="0B0B0C"/>
          </a:solidFill>
          <a:ln/>
        </p:spPr>
      </p:sp>
      <p:sp>
        <p:nvSpPr>
          <p:cNvPr id="11" name="Text 9"/>
          <p:cNvSpPr/>
          <p:nvPr/>
        </p:nvSpPr>
        <p:spPr>
          <a:xfrm>
            <a:off x="7067550" y="3657600"/>
            <a:ext cx="330041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9A9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符号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067550" y="3905250"/>
            <a:ext cx="3090386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3A3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一只猫，纯黑白灰，可缩到 16px 仍能认出。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38200"/>
            <a:ext cx="105717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9A9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符号方向 / MARKS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162050"/>
            <a:ext cx="5670614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6A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六个方向，从最克制到最有梗。猫是统一母题，黑白灰是统一规则。看看哪个你想点一下。</a:t>
            </a:r>
            <a:endParaRPr lang="en-US" sz="1275" dirty="0"/>
          </a:p>
        </p:txBody>
      </p:sp>
      <p:sp>
        <p:nvSpPr>
          <p:cNvPr id="4" name="Shape 2"/>
          <p:cNvSpPr/>
          <p:nvPr/>
        </p:nvSpPr>
        <p:spPr>
          <a:xfrm>
            <a:off x="457200" y="2121098"/>
            <a:ext cx="3076575" cy="3119438"/>
          </a:xfrm>
          <a:prstGeom prst="roundRect">
            <a:avLst>
              <a:gd name="adj" fmla="val 5573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33513" y="2616398"/>
            <a:ext cx="1123950" cy="11239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3900" y="4064198"/>
            <a:ext cx="279749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B3B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— SOLID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723900" y="4278511"/>
            <a:ext cx="279749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实心剪影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23900" y="4573786"/>
            <a:ext cx="26194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A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最克制、最高端。极小尺寸下最稳，适合 favicon、水印。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724275" y="2121098"/>
            <a:ext cx="3076575" cy="3119438"/>
          </a:xfrm>
          <a:prstGeom prst="roundRect">
            <a:avLst>
              <a:gd name="adj" fmla="val 5573"/>
            </a:avLst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00588" y="2616398"/>
            <a:ext cx="1123950" cy="11239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90975" y="4064198"/>
            <a:ext cx="279749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B3B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— LINE</a:t>
            </a:r>
            <a:endParaRPr lang="en-US" sz="825" dirty="0"/>
          </a:p>
        </p:txBody>
      </p:sp>
      <p:sp>
        <p:nvSpPr>
          <p:cNvPr id="12" name="Text 8"/>
          <p:cNvSpPr/>
          <p:nvPr/>
        </p:nvSpPr>
        <p:spPr>
          <a:xfrm>
            <a:off x="3990975" y="4278511"/>
            <a:ext cx="279749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线条轮廓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990975" y="4573786"/>
            <a:ext cx="26194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A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更轻、更精致。线性气质，配大量留白很高级。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991350" y="2121098"/>
            <a:ext cx="3076575" cy="3119438"/>
          </a:xfrm>
          <a:prstGeom prst="roundRect">
            <a:avLst>
              <a:gd name="adj" fmla="val 5573"/>
            </a:avLst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67662" y="2616398"/>
            <a:ext cx="1123950" cy="11239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58050" y="4064198"/>
            <a:ext cx="279749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B3B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— PIXEL</a:t>
            </a:r>
            <a:endParaRPr lang="en-US" sz="825" dirty="0"/>
          </a:p>
        </p:txBody>
      </p:sp>
      <p:sp>
        <p:nvSpPr>
          <p:cNvPr id="17" name="Text 12"/>
          <p:cNvSpPr/>
          <p:nvPr/>
        </p:nvSpPr>
        <p:spPr>
          <a:xfrm>
            <a:off x="7258050" y="4278511"/>
            <a:ext cx="279749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像素猫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7258050" y="4573786"/>
            <a:ext cx="26194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A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程序员梗，技术味十足。低保真的怪诞感，识别度高。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5431036"/>
            <a:ext cx="3076575" cy="3119438"/>
          </a:xfrm>
          <a:prstGeom prst="roundRect">
            <a:avLst>
              <a:gd name="adj" fmla="val 5573"/>
            </a:avLst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1451223" y="6335911"/>
            <a:ext cx="116465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42" kern="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=^·ﻌ·^=</a:t>
            </a:r>
            <a:endParaRPr lang="en-US" sz="2100" dirty="0"/>
          </a:p>
        </p:txBody>
      </p:sp>
      <p:sp>
        <p:nvSpPr>
          <p:cNvPr id="21" name="Text 16"/>
          <p:cNvSpPr/>
          <p:nvPr/>
        </p:nvSpPr>
        <p:spPr>
          <a:xfrm>
            <a:off x="723900" y="7374136"/>
            <a:ext cx="279749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B3B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— KAOMOJI</a:t>
            </a:r>
            <a:endParaRPr lang="en-US" sz="825" dirty="0"/>
          </a:p>
        </p:txBody>
      </p:sp>
      <p:sp>
        <p:nvSpPr>
          <p:cNvPr id="22" name="Text 17"/>
          <p:cNvSpPr/>
          <p:nvPr/>
        </p:nvSpPr>
        <p:spPr>
          <a:xfrm>
            <a:off x="723900" y="7588448"/>
            <a:ext cx="279749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颜文字猫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723900" y="7883723"/>
            <a:ext cx="26194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A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能打出来、能互动。极客气质，可当签名、口头禅。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3724275" y="5431036"/>
            <a:ext cx="3076575" cy="3119438"/>
          </a:xfrm>
          <a:prstGeom prst="roundRect">
            <a:avLst>
              <a:gd name="adj" fmla="val 5573"/>
            </a:avLst>
          </a:prstGeom>
          <a:solidFill>
            <a:srgbClr val="FFFFF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00588" y="5926336"/>
            <a:ext cx="1123950" cy="112395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990975" y="7374136"/>
            <a:ext cx="279749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B3B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— FACE</a:t>
            </a:r>
            <a:endParaRPr lang="en-US" sz="825" dirty="0"/>
          </a:p>
        </p:txBody>
      </p:sp>
      <p:sp>
        <p:nvSpPr>
          <p:cNvPr id="27" name="Text 21"/>
          <p:cNvSpPr/>
          <p:nvPr/>
        </p:nvSpPr>
        <p:spPr>
          <a:xfrm>
            <a:off x="3990975" y="7588448"/>
            <a:ext cx="279749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圆点表情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3990975" y="7883723"/>
            <a:ext cx="26194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A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有眼神、有胡须，最亲和。适合头像、表情包延展。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6991350" y="5431036"/>
            <a:ext cx="3076575" cy="3119438"/>
          </a:xfrm>
          <a:prstGeom prst="roundRect">
            <a:avLst>
              <a:gd name="adj" fmla="val 5573"/>
            </a:avLst>
          </a:prstGeom>
          <a:solidFill>
            <a:srgbClr val="FFFFFF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67662" y="5926336"/>
            <a:ext cx="1123950" cy="112395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258050" y="7374136"/>
            <a:ext cx="279749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B3B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— BADGE</a:t>
            </a:r>
            <a:endParaRPr lang="en-US" sz="825" dirty="0"/>
          </a:p>
        </p:txBody>
      </p:sp>
      <p:sp>
        <p:nvSpPr>
          <p:cNvPr id="32" name="Text 25"/>
          <p:cNvSpPr/>
          <p:nvPr/>
        </p:nvSpPr>
        <p:spPr>
          <a:xfrm>
            <a:off x="7258050" y="7588448"/>
            <a:ext cx="279749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负形徽章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7258050" y="7883723"/>
            <a:ext cx="26194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A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圆形容器内的负空间猫。当头像、印章、贴纸都成立。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38200"/>
            <a:ext cx="105717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6B6B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颜色 / PALETTE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162050"/>
            <a:ext cx="5670614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A5A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纯中性灰阶，零彩色。规则简单：黑做主、白做底、灰做层级。克制就是高级。</a:t>
            </a:r>
            <a:endParaRPr lang="en-US" sz="1275" dirty="0"/>
          </a:p>
        </p:txBody>
      </p:sp>
      <p:sp>
        <p:nvSpPr>
          <p:cNvPr id="4" name="Shape 2"/>
          <p:cNvSpPr/>
          <p:nvPr/>
        </p:nvSpPr>
        <p:spPr>
          <a:xfrm>
            <a:off x="457200" y="2121098"/>
            <a:ext cx="1490663" cy="1143000"/>
          </a:xfrm>
          <a:prstGeom prst="roundRect">
            <a:avLst>
              <a:gd name="adj" fmla="val 10000"/>
            </a:avLst>
          </a:prstGeom>
          <a:solidFill>
            <a:srgbClr val="0B0B0C"/>
          </a:solidFill>
          <a:ln w="9525">
            <a:solidFill>
              <a:srgbClr val="2626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359348"/>
            <a:ext cx="1639729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CFCF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Ink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57200" y="3516511"/>
            <a:ext cx="1639729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B6B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#0B0B0C</a:t>
            </a:r>
            <a:endParaRPr lang="en-US" sz="825" dirty="0"/>
          </a:p>
        </p:txBody>
      </p:sp>
      <p:sp>
        <p:nvSpPr>
          <p:cNvPr id="7" name="Shape 5"/>
          <p:cNvSpPr/>
          <p:nvPr/>
        </p:nvSpPr>
        <p:spPr>
          <a:xfrm>
            <a:off x="2081212" y="2121098"/>
            <a:ext cx="1490663" cy="1143000"/>
          </a:xfrm>
          <a:prstGeom prst="roundRect">
            <a:avLst>
              <a:gd name="adj" fmla="val 10000"/>
            </a:avLst>
          </a:prstGeom>
          <a:solidFill>
            <a:srgbClr val="3A3A37"/>
          </a:solidFill>
          <a:ln/>
        </p:spPr>
      </p:sp>
      <p:sp>
        <p:nvSpPr>
          <p:cNvPr id="8" name="Text 6"/>
          <p:cNvSpPr/>
          <p:nvPr/>
        </p:nvSpPr>
        <p:spPr>
          <a:xfrm>
            <a:off x="2081212" y="3359348"/>
            <a:ext cx="1639729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CFCF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Slate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2081212" y="3516511"/>
            <a:ext cx="1639729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B6B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#3A3A37</a:t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3705225" y="2121098"/>
            <a:ext cx="1490663" cy="1143000"/>
          </a:xfrm>
          <a:prstGeom prst="roundRect">
            <a:avLst>
              <a:gd name="adj" fmla="val 10000"/>
            </a:avLst>
          </a:prstGeom>
          <a:solidFill>
            <a:srgbClr val="7A7A76"/>
          </a:solidFill>
          <a:ln/>
        </p:spPr>
      </p:sp>
      <p:sp>
        <p:nvSpPr>
          <p:cNvPr id="11" name="Text 9"/>
          <p:cNvSpPr/>
          <p:nvPr/>
        </p:nvSpPr>
        <p:spPr>
          <a:xfrm>
            <a:off x="3705225" y="3359348"/>
            <a:ext cx="1639729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CFCF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705225" y="3516511"/>
            <a:ext cx="1639729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B6B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#7A7A76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5329238" y="2121098"/>
            <a:ext cx="1490663" cy="1143000"/>
          </a:xfrm>
          <a:prstGeom prst="roundRect">
            <a:avLst>
              <a:gd name="adj" fmla="val 10000"/>
            </a:avLst>
          </a:prstGeom>
          <a:solidFill>
            <a:srgbClr val="CFCFCB"/>
          </a:solidFill>
          <a:ln/>
        </p:spPr>
      </p:sp>
      <p:sp>
        <p:nvSpPr>
          <p:cNvPr id="14" name="Text 12"/>
          <p:cNvSpPr/>
          <p:nvPr/>
        </p:nvSpPr>
        <p:spPr>
          <a:xfrm>
            <a:off x="5329238" y="3359348"/>
            <a:ext cx="1639729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CFCF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Mist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329238" y="3516511"/>
            <a:ext cx="1639729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B6B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#CFCFCB</a:t>
            </a:r>
            <a:endParaRPr lang="en-US" sz="825" dirty="0"/>
          </a:p>
        </p:txBody>
      </p:sp>
      <p:sp>
        <p:nvSpPr>
          <p:cNvPr id="16" name="Shape 14"/>
          <p:cNvSpPr/>
          <p:nvPr/>
        </p:nvSpPr>
        <p:spPr>
          <a:xfrm>
            <a:off x="6953250" y="2121098"/>
            <a:ext cx="1490663" cy="1143000"/>
          </a:xfrm>
          <a:prstGeom prst="roundRect">
            <a:avLst>
              <a:gd name="adj" fmla="val 10000"/>
            </a:avLst>
          </a:prstGeom>
          <a:solidFill>
            <a:srgbClr val="F4F4F3"/>
          </a:solidFill>
          <a:ln/>
        </p:spPr>
      </p:sp>
      <p:sp>
        <p:nvSpPr>
          <p:cNvPr id="17" name="Text 15"/>
          <p:cNvSpPr/>
          <p:nvPr/>
        </p:nvSpPr>
        <p:spPr>
          <a:xfrm>
            <a:off x="6953250" y="3359348"/>
            <a:ext cx="1639729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CFCF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Fog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953250" y="3516511"/>
            <a:ext cx="1639729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B6B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#F4F4F3</a:t>
            </a:r>
            <a:endParaRPr lang="en-US" sz="825" dirty="0"/>
          </a:p>
        </p:txBody>
      </p:sp>
      <p:sp>
        <p:nvSpPr>
          <p:cNvPr id="19" name="Shape 17"/>
          <p:cNvSpPr/>
          <p:nvPr/>
        </p:nvSpPr>
        <p:spPr>
          <a:xfrm>
            <a:off x="8577263" y="2121098"/>
            <a:ext cx="1490663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577263" y="3359348"/>
            <a:ext cx="1639729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CFCF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8577263" y="3516511"/>
            <a:ext cx="1639729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B6B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38200"/>
            <a:ext cx="105717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9A9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字体 / TYPE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162050"/>
            <a:ext cx="5670614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6A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一个有性格的几何无衬线做主角，一个等宽体做标签/代码味点缀 —— 同源气质，理性又有极客感。</a:t>
            </a:r>
            <a:endParaRPr lang="en-US" sz="1275" dirty="0"/>
          </a:p>
        </p:txBody>
      </p:sp>
      <p:sp>
        <p:nvSpPr>
          <p:cNvPr id="4" name="Shape 2"/>
          <p:cNvSpPr/>
          <p:nvPr/>
        </p:nvSpPr>
        <p:spPr>
          <a:xfrm>
            <a:off x="457200" y="2197298"/>
            <a:ext cx="4538663" cy="19050"/>
          </a:xfrm>
          <a:prstGeom prst="rect">
            <a:avLst/>
          </a:prstGeom>
          <a:solidFill>
            <a:srgbClr val="0B0B0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444948"/>
            <a:ext cx="1386059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Grotesk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06144" y="2487811"/>
            <a:ext cx="56591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9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887861"/>
            <a:ext cx="4992529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spc="-198" kern="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457200" y="3878461"/>
            <a:ext cx="499252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 · 技术 · 一只猫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349948"/>
            <a:ext cx="4992529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7A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用于大标题、名字、关键句。粗重、几何、自信。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5529263" y="2197298"/>
            <a:ext cx="4538663" cy="19050"/>
          </a:xfrm>
          <a:prstGeom prst="rect">
            <a:avLst/>
          </a:prstGeom>
          <a:solidFill>
            <a:srgbClr val="0B0B0C"/>
          </a:solidFill>
          <a:ln/>
        </p:spPr>
      </p:sp>
      <p:sp>
        <p:nvSpPr>
          <p:cNvPr id="11" name="Text 9"/>
          <p:cNvSpPr/>
          <p:nvPr/>
        </p:nvSpPr>
        <p:spPr>
          <a:xfrm>
            <a:off x="5529263" y="2444948"/>
            <a:ext cx="121942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 Mono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228460" y="2473523"/>
            <a:ext cx="91566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9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 / Mono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29263" y="2887861"/>
            <a:ext cx="4992529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</a:t>
            </a:r>
            <a:endParaRPr lang="en-US" sz="6600" dirty="0"/>
          </a:p>
        </p:txBody>
      </p:sp>
      <p:sp>
        <p:nvSpPr>
          <p:cNvPr id="14" name="Text 12"/>
          <p:cNvSpPr/>
          <p:nvPr/>
        </p:nvSpPr>
        <p:spPr>
          <a:xfrm>
            <a:off x="5529263" y="3878461"/>
            <a:ext cx="499252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=^·ﻌ·^= product@cat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529263" y="4340423"/>
            <a:ext cx="4992529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7A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用于标签、编号、署名、彩蛋。带来代码与极客的味道。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38200"/>
            <a:ext cx="105717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9A9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应用 / IN USE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162050"/>
            <a:ext cx="6055995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6A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用「实心剪影 A」快速看一眼落地的样子 —— 头像、名片、PPT 封面。</a:t>
            </a:r>
            <a:endParaRPr lang="en-US" sz="1275" dirty="0"/>
          </a:p>
        </p:txBody>
      </p:sp>
      <p:sp>
        <p:nvSpPr>
          <p:cNvPr id="4" name="Shape 2"/>
          <p:cNvSpPr/>
          <p:nvPr/>
        </p:nvSpPr>
        <p:spPr>
          <a:xfrm>
            <a:off x="457200" y="1870174"/>
            <a:ext cx="3752850" cy="2443163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762125" y="2213074"/>
            <a:ext cx="1143000" cy="1143000"/>
          </a:xfrm>
          <a:prstGeom prst="ellipse">
            <a:avLst/>
          </a:prstGeom>
          <a:solidFill>
            <a:srgbClr val="0B0B0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90725" y="2441674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38325" y="3546574"/>
            <a:ext cx="9906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产品经理与猫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838325" y="3798987"/>
            <a:ext cx="990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A9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头像 / Avatar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438650" y="1870174"/>
            <a:ext cx="5629275" cy="2443163"/>
          </a:xfrm>
          <a:prstGeom prst="roundRect">
            <a:avLst>
              <a:gd name="adj" fmla="val 7018"/>
            </a:avLst>
          </a:prstGeom>
          <a:solidFill>
            <a:srgbClr val="0B0B0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9650" y="2251174"/>
            <a:ext cx="438150" cy="4381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76370" y="2251174"/>
            <a:ext cx="58675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6B6B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=^·ﻌ·^=</a:t>
            </a:r>
            <a:endParaRPr lang="en-US" sz="825" dirty="0"/>
          </a:p>
        </p:txBody>
      </p:sp>
      <p:sp>
        <p:nvSpPr>
          <p:cNvPr id="12" name="Text 8"/>
          <p:cNvSpPr/>
          <p:nvPr/>
        </p:nvSpPr>
        <p:spPr>
          <a:xfrm>
            <a:off x="4819650" y="3032224"/>
            <a:ext cx="5354003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3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产品经理与猫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4819650" y="3437037"/>
            <a:ext cx="535400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5A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Product Manager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819650" y="3760887"/>
            <a:ext cx="535400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名片 / Business Card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57200" y="4541937"/>
            <a:ext cx="9610725" cy="2444055"/>
          </a:xfrm>
          <a:prstGeom prst="roundRect">
            <a:avLst>
              <a:gd name="adj" fmla="val 7015"/>
            </a:avLst>
          </a:prstGeom>
          <a:solidFill>
            <a:srgbClr val="FFFFFF"/>
          </a:solidFill>
          <a:ln/>
        </p:spPr>
      </p:sp>
      <p:sp>
        <p:nvSpPr>
          <p:cNvPr id="16" name="Text 12"/>
          <p:cNvSpPr/>
          <p:nvPr/>
        </p:nvSpPr>
        <p:spPr>
          <a:xfrm>
            <a:off x="914400" y="4999137"/>
            <a:ext cx="42800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9A9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分享 / TALK · 2026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914400" y="5361087"/>
            <a:ext cx="4007691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57" kern="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时代的 产品经理修炼</a:t>
            </a:r>
            <a:endParaRPr lang="en-US" sz="2850" dirty="0"/>
          </a:p>
        </p:txBody>
      </p:sp>
      <p:sp>
        <p:nvSpPr>
          <p:cNvPr id="18" name="Text 14"/>
          <p:cNvSpPr/>
          <p:nvPr/>
        </p:nvSpPr>
        <p:spPr>
          <a:xfrm>
            <a:off x="914400" y="6328767"/>
            <a:ext cx="428005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7A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产品经理与猫 · 一只猫旁观</a:t>
            </a:r>
            <a:endParaRPr lang="en-US" sz="1125" dirty="0"/>
          </a:p>
        </p:txBody>
      </p:sp>
      <p:sp>
        <p:nvSpPr>
          <p:cNvPr id="19" name="Shape 15"/>
          <p:cNvSpPr/>
          <p:nvPr/>
        </p:nvSpPr>
        <p:spPr>
          <a:xfrm>
            <a:off x="5262563" y="4541937"/>
            <a:ext cx="4805363" cy="2444055"/>
          </a:xfrm>
          <a:prstGeom prst="rect">
            <a:avLst/>
          </a:prstGeom>
          <a:solidFill>
            <a:srgbClr val="0B0B0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93744" y="5192464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2026-06-23T08:01:50Z</dcterms:created>
  <dcterms:modified xsi:type="dcterms:W3CDTF">2026-06-23T08:01:50Z</dcterms:modified>
</cp:coreProperties>
</file>